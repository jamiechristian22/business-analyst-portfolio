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FPnA_Executive_Analytics_Project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Readout (Dashboard-aligned)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KPI names and definitions standardized to match the dashboard model.</a:t>
            </a:r>
          </a:p>
          <a:p>
            <a:pPr/>
            <a:r>
              <a:t>Excel analysis workbook created for governance + scenario modeling.</a:t>
            </a:r>
          </a:p>
          <a:p>
            <a:pPr/>
            <a:r>
              <a:t>SQL query pack created for repeatable KPI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(as displayed)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Revenue Actual</a:t>
            </a:r>
          </a:p>
          <a:p>
            <a:pPr/>
            <a:r>
              <a:t>Revenue Budget</a:t>
            </a:r>
          </a:p>
          <a:p>
            <a:pPr/>
            <a:r>
              <a:t>Revenue Variance</a:t>
            </a:r>
          </a:p>
          <a:p>
            <a:pPr/>
            <a:r>
              <a:t>Revenue Variance %</a:t>
            </a:r>
          </a:p>
          <a:p>
            <a:pPr/>
            <a:r>
              <a:t>Revenue</a:t>
            </a:r>
          </a:p>
          <a:p>
            <a:pPr/>
            <a:r>
              <a:t>Opex (Positive)</a:t>
            </a:r>
          </a:p>
          <a:p>
            <a:pPr/>
            <a:r>
              <a:t>Operating Income</a:t>
            </a:r>
          </a:p>
          <a:p>
            <a:pPr/>
            <a:r>
              <a:t>Gross Margin 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Lock KPI glossary + signoff cadence.</a:t>
            </a:r>
          </a:p>
          <a:p>
            <a:pPr/>
            <a:r>
              <a:t>Automate refresh checks and exception reporting.</a:t>
            </a:r>
          </a:p>
          <a:p>
            <a:pPr/>
            <a:r>
              <a:t>Use the Scenario sheet to support leadership tradeoff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Reduced reporting cycle time.</a:t>
            </a:r>
          </a:p>
          <a:p>
            <a:pPr/>
            <a:r>
              <a:t>Stakeholder adoption (weekly usage).</a:t>
            </a:r>
          </a:p>
          <a:p>
            <a:pPr/>
            <a:r>
              <a:t>Improved KPI outcomes aligned to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