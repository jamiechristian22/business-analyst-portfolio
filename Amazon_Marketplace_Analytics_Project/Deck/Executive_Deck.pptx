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Amazon_Marketplace_Analytics_Project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Readout (Dashboard-aligned)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 names and definitions standardized to match the dashboard model.</a:t>
            </a:r>
          </a:p>
          <a:p>
            <a:pPr/>
            <a:r>
              <a:t>Excel analysis workbook created for governance + scenario modeling.</a:t>
            </a:r>
          </a:p>
          <a:p>
            <a:pPr/>
            <a:r>
              <a:t>SQL query pack created for repeatable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(as displayed)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GMV</a:t>
            </a:r>
          </a:p>
          <a:p>
            <a:pPr/>
            <a:r>
              <a:t>Orders</a:t>
            </a:r>
          </a:p>
          <a:p>
            <a:pPr/>
            <a:r>
              <a:t>Units Sold</a:t>
            </a:r>
          </a:p>
          <a:p>
            <a:pPr/>
            <a:r>
              <a:t>AOV</a:t>
            </a:r>
          </a:p>
          <a:p>
            <a:pPr/>
            <a:r>
              <a:t>Take Rate %</a:t>
            </a:r>
          </a:p>
          <a:p>
            <a:pPr/>
            <a:r>
              <a:t>Marketplace Revenue</a:t>
            </a:r>
          </a:p>
          <a:p>
            <a:pPr/>
            <a:r>
              <a:t>Year</a:t>
            </a:r>
          </a:p>
          <a:p>
            <a:pPr/>
            <a:r>
              <a:t>YearMonth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Lock KPI glossary + signoff cadence.</a:t>
            </a:r>
          </a:p>
          <a:p>
            <a:pPr/>
            <a:r>
              <a:t>Automate refresh checks and exception reporting.</a:t>
            </a:r>
          </a:p>
          <a:p>
            <a:pPr/>
            <a:r>
              <a:t>Use the Scenario sheet to support leadership tradeoff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reporting cycle time.</a:t>
            </a:r>
          </a:p>
          <a:p>
            <a:pPr/>
            <a:r>
              <a:t>Stakeholder adoption (weekly usage).</a:t>
            </a:r>
          </a:p>
          <a:p>
            <a:pPr/>
            <a:r>
              <a:t>Improved KPI outcomes aligned to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